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line must not be ingested.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Newton's Second 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Force, mass, and acceleration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quantities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Force is measured in newtons (N).</a:t>
            </a:r>
          </a:p>
          <a:p>
            <a:pPr/>
            <a:r>
              <a:t>Mass is measured in kilograms (kg).</a:t>
            </a:r>
          </a:p>
          <a:p>
            <a:pPr/>
            <a:r>
              <a:t>Acceleration is measured in m/s^2.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828800"/>
          <a:ext cx="4846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Unit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newton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kilogram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2 kg block is pushed by a net force of 10 N.</a:t>
            </a:r>
          </a:p>
          <a:p>
            <a:pPr/>
            <a:r>
              <a:t>Use a = F / m.</a:t>
            </a:r>
          </a:p>
          <a:p>
            <a:pPr lvl="1"/>
            <a:r>
              <a:t>Substitute: a = 10 / 2 = 5 m/s^2.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